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1"/>
  </p:sldMasterIdLst>
  <p:sldIdLst>
    <p:sldId id="256" r:id="rId2"/>
    <p:sldId id="267" r:id="rId3"/>
    <p:sldId id="257" r:id="rId4"/>
    <p:sldId id="258" r:id="rId5"/>
    <p:sldId id="266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83A58-9972-9BC9-20D4-8A1D057A311C}" v="261" dt="2026-01-25T03:11:33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/>
    <p:restoredTop sz="94726"/>
  </p:normalViewPr>
  <p:slideViewPr>
    <p:cSldViewPr snapToGrid="0">
      <p:cViewPr varScale="1">
        <p:scale>
          <a:sx n="120" d="100"/>
          <a:sy n="120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 Ramanarayan - 123101610 - MITMPL" userId="S::adi1.mitmpl2023@learner.manipal.edu::3b0937f9-4edd-4b4f-a284-dae6437f83b3" providerId="AD" clId="Web-{46883A58-9972-9BC9-20D4-8A1D057A311C}"/>
    <pc:docChg chg="modSld">
      <pc:chgData name="Adi Ramanarayan - 123101610 - MITMPL" userId="S::adi1.mitmpl2023@learner.manipal.edu::3b0937f9-4edd-4b4f-a284-dae6437f83b3" providerId="AD" clId="Web-{46883A58-9972-9BC9-20D4-8A1D057A311C}" dt="2026-01-25T03:11:33.584" v="258" actId="20577"/>
      <pc:docMkLst>
        <pc:docMk/>
      </pc:docMkLst>
      <pc:sldChg chg="modSp">
        <pc:chgData name="Adi Ramanarayan - 123101610 - MITMPL" userId="S::adi1.mitmpl2023@learner.manipal.edu::3b0937f9-4edd-4b4f-a284-dae6437f83b3" providerId="AD" clId="Web-{46883A58-9972-9BC9-20D4-8A1D057A311C}" dt="2026-01-25T03:11:19.834" v="250" actId="20577"/>
        <pc:sldMkLst>
          <pc:docMk/>
          <pc:sldMk cId="327921695" sldId="257"/>
        </pc:sldMkLst>
        <pc:spChg chg="mod">
          <ac:chgData name="Adi Ramanarayan - 123101610 - MITMPL" userId="S::adi1.mitmpl2023@learner.manipal.edu::3b0937f9-4edd-4b4f-a284-dae6437f83b3" providerId="AD" clId="Web-{46883A58-9972-9BC9-20D4-8A1D057A311C}" dt="2026-01-25T03:11:19.834" v="250" actId="20577"/>
          <ac:spMkLst>
            <pc:docMk/>
            <pc:sldMk cId="327921695" sldId="257"/>
            <ac:spMk id="2" creationId="{ABA24189-A9DE-7D6A-86E3-D0C5E015351C}"/>
          </ac:spMkLst>
        </pc:spChg>
        <pc:spChg chg="mod">
          <ac:chgData name="Adi Ramanarayan - 123101610 - MITMPL" userId="S::adi1.mitmpl2023@learner.manipal.edu::3b0937f9-4edd-4b4f-a284-dae6437f83b3" providerId="AD" clId="Web-{46883A58-9972-9BC9-20D4-8A1D057A311C}" dt="2026-01-25T02:58:07.449" v="43" actId="20577"/>
          <ac:spMkLst>
            <pc:docMk/>
            <pc:sldMk cId="327921695" sldId="257"/>
            <ac:spMk id="3" creationId="{1963A79C-DFD8-3E02-A712-BE5CEBB7099A}"/>
          </ac:spMkLst>
        </pc:spChg>
      </pc:sldChg>
      <pc:sldChg chg="modSp">
        <pc:chgData name="Adi Ramanarayan - 123101610 - MITMPL" userId="S::adi1.mitmpl2023@learner.manipal.edu::3b0937f9-4edd-4b4f-a284-dae6437f83b3" providerId="AD" clId="Web-{46883A58-9972-9BC9-20D4-8A1D057A311C}" dt="2026-01-25T03:11:33.584" v="258" actId="20577"/>
        <pc:sldMkLst>
          <pc:docMk/>
          <pc:sldMk cId="4203106531" sldId="258"/>
        </pc:sldMkLst>
        <pc:spChg chg="mod">
          <ac:chgData name="Adi Ramanarayan - 123101610 - MITMPL" userId="S::adi1.mitmpl2023@learner.manipal.edu::3b0937f9-4edd-4b4f-a284-dae6437f83b3" providerId="AD" clId="Web-{46883A58-9972-9BC9-20D4-8A1D057A311C}" dt="2026-01-25T03:11:33.584" v="258" actId="20577"/>
          <ac:spMkLst>
            <pc:docMk/>
            <pc:sldMk cId="4203106531" sldId="258"/>
            <ac:spMk id="2" creationId="{E8C82CE5-8DF0-8639-77BA-E341B9F2779C}"/>
          </ac:spMkLst>
        </pc:spChg>
        <pc:spChg chg="mod">
          <ac:chgData name="Adi Ramanarayan - 123101610 - MITMPL" userId="S::adi1.mitmpl2023@learner.manipal.edu::3b0937f9-4edd-4b4f-a284-dae6437f83b3" providerId="AD" clId="Web-{46883A58-9972-9BC9-20D4-8A1D057A311C}" dt="2026-01-25T02:59:42.411" v="105" actId="20577"/>
          <ac:spMkLst>
            <pc:docMk/>
            <pc:sldMk cId="4203106531" sldId="258"/>
            <ac:spMk id="3" creationId="{9092A22A-1BAC-4E4B-F1FC-A0BF1A4576CA}"/>
          </ac:spMkLst>
        </pc:spChg>
      </pc:sldChg>
      <pc:sldChg chg="modSp">
        <pc:chgData name="Adi Ramanarayan - 123101610 - MITMPL" userId="S::adi1.mitmpl2023@learner.manipal.edu::3b0937f9-4edd-4b4f-a284-dae6437f83b3" providerId="AD" clId="Web-{46883A58-9972-9BC9-20D4-8A1D057A311C}" dt="2026-01-25T03:02:59.267" v="237" actId="20577"/>
        <pc:sldMkLst>
          <pc:docMk/>
          <pc:sldMk cId="2915870851" sldId="260"/>
        </pc:sldMkLst>
        <pc:spChg chg="mod">
          <ac:chgData name="Adi Ramanarayan - 123101610 - MITMPL" userId="S::adi1.mitmpl2023@learner.manipal.edu::3b0937f9-4edd-4b4f-a284-dae6437f83b3" providerId="AD" clId="Web-{46883A58-9972-9BC9-20D4-8A1D057A311C}" dt="2026-01-25T03:02:59.267" v="237" actId="20577"/>
          <ac:spMkLst>
            <pc:docMk/>
            <pc:sldMk cId="2915870851" sldId="260"/>
            <ac:spMk id="3" creationId="{95D0B494-DC8A-2986-6E1A-EECCB1DC02CC}"/>
          </ac:spMkLst>
        </pc:spChg>
      </pc:sldChg>
      <pc:sldChg chg="modSp">
        <pc:chgData name="Adi Ramanarayan - 123101610 - MITMPL" userId="S::adi1.mitmpl2023@learner.manipal.edu::3b0937f9-4edd-4b4f-a284-dae6437f83b3" providerId="AD" clId="Web-{46883A58-9972-9BC9-20D4-8A1D057A311C}" dt="2026-01-25T03:00:47.073" v="142" actId="20577"/>
        <pc:sldMkLst>
          <pc:docMk/>
          <pc:sldMk cId="1843004860" sldId="266"/>
        </pc:sldMkLst>
        <pc:spChg chg="mod">
          <ac:chgData name="Adi Ramanarayan - 123101610 - MITMPL" userId="S::adi1.mitmpl2023@learner.manipal.edu::3b0937f9-4edd-4b4f-a284-dae6437f83b3" providerId="AD" clId="Web-{46883A58-9972-9BC9-20D4-8A1D057A311C}" dt="2026-01-25T03:00:47.073" v="142" actId="20577"/>
          <ac:spMkLst>
            <pc:docMk/>
            <pc:sldMk cId="1843004860" sldId="266"/>
            <ac:spMk id="3" creationId="{A2607713-4BD0-BCAC-03F1-F94619A030D3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01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5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72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4998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582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70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36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01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85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8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79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90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82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47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23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86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14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30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92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6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34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2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534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27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56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55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780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074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408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596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949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16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7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82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939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92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766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434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060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Saturday, January 24,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198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18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317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35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06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589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5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48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81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Saturday, January 24,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  <p:sldLayoutId id="2147483886" r:id="rId23"/>
    <p:sldLayoutId id="2147483887" r:id="rId24"/>
    <p:sldLayoutId id="2147483888" r:id="rId25"/>
    <p:sldLayoutId id="2147483889" r:id="rId26"/>
    <p:sldLayoutId id="2147483890" r:id="rId27"/>
    <p:sldLayoutId id="2147483891" r:id="rId28"/>
    <p:sldLayoutId id="2147483892" r:id="rId29"/>
    <p:sldLayoutId id="2147483893" r:id="rId30"/>
    <p:sldLayoutId id="2147483894" r:id="rId31"/>
    <p:sldLayoutId id="2147483863" r:id="rId32"/>
    <p:sldLayoutId id="2147483895" r:id="rId33"/>
    <p:sldLayoutId id="2147483896" r:id="rId34"/>
    <p:sldLayoutId id="2147483897" r:id="rId35"/>
    <p:sldLayoutId id="2147483898" r:id="rId36"/>
    <p:sldLayoutId id="2147483899" r:id="rId37"/>
    <p:sldLayoutId id="2147483900" r:id="rId38"/>
    <p:sldLayoutId id="2147483901" r:id="rId39"/>
    <p:sldLayoutId id="2147483902" r:id="rId40"/>
    <p:sldLayoutId id="2147483907" r:id="rId41"/>
    <p:sldLayoutId id="2147483903" r:id="rId42"/>
    <p:sldLayoutId id="2147483904" r:id="rId43"/>
    <p:sldLayoutId id="2147483905" r:id="rId44"/>
    <p:sldLayoutId id="2147483906" r:id="rId45"/>
    <p:sldLayoutId id="2147483860" r:id="rId46"/>
    <p:sldLayoutId id="2147483861" r:id="rId47"/>
    <p:sldLayoutId id="2147483862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hyperlink" Target="http://www.planetapadel.com/2017/09/pickelball-todos-los-deportes-de.html" TargetMode="External"/><Relationship Id="rId5" Type="http://schemas.openxmlformats.org/officeDocument/2006/relationships/hyperlink" Target="https://creativecommons.org/licenses/by-nc-sa/3.0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erve.mp4" TargetMode="External"/><Relationship Id="rId3" Type="http://schemas.openxmlformats.org/officeDocument/2006/relationships/hyperlink" Target="https://www.youtube.com/watch?v=IBAwDAktrgI&amp;utm_source=chatgpt.com" TargetMode="External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eturn.mp4" TargetMode="External"/><Relationship Id="rId3" Type="http://schemas.openxmlformats.org/officeDocument/2006/relationships/hyperlink" Target="https://www.youtube.com/watch?v=mP9mFJJPHhc" TargetMode="External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Kitchen.mp4" TargetMode="External"/><Relationship Id="rId3" Type="http://schemas.openxmlformats.org/officeDocument/2006/relationships/hyperlink" Target="https://www.youtube.com/watch?v=XHAG4CusUd8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ighlightReel.mp4" TargetMode="External"/><Relationship Id="rId3" Type="http://schemas.openxmlformats.org/officeDocument/2006/relationships/hyperlink" Target="http://gametheory.mp4" TargetMode="External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EDA7C2-8DCE-A431-527C-57BEEE7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/>
          <a:p>
            <a:r>
              <a:rPr lang="en-US" sz="3100"/>
              <a:t>Take your Fun to the Next Level!</a:t>
            </a:r>
          </a:p>
        </p:txBody>
      </p:sp>
      <p:pic>
        <p:nvPicPr>
          <p:cNvPr id="5" name="Picture 4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2BF6CB21-1071-582A-D4A5-23A4A4160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3" r="343" b="-2"/>
          <a:stretch>
            <a:fillRect/>
          </a:stretch>
        </p:blipFill>
        <p:spPr>
          <a:xfrm>
            <a:off x="20" y="-1"/>
            <a:ext cx="6281908" cy="6411311"/>
          </a:xfrm>
          <a:prstGeom prst="rect">
            <a:avLst/>
          </a:prstGeom>
          <a:noFill/>
        </p:spPr>
      </p:pic>
      <p:pic>
        <p:nvPicPr>
          <p:cNvPr id="11" name="Picture 10" descr="Paddles and balls on a court&#10;&#10;AI-generated content may be incorrect.">
            <a:extLst>
              <a:ext uri="{FF2B5EF4-FFF2-40B4-BE49-F238E27FC236}">
                <a16:creationId xmlns:a16="http://schemas.microsoft.com/office/drawing/2014/main" id="{05C8D16D-738C-6E84-AFCD-BA67C77B9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520" r="8570" b="2"/>
          <a:stretch>
            <a:fillRect/>
          </a:stretch>
        </p:blipFill>
        <p:spPr>
          <a:xfrm>
            <a:off x="7086600" y="2633472"/>
            <a:ext cx="4498848" cy="2980944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CE0BEB-CA41-6046-8622-CBC3E5105E85}"/>
              </a:ext>
            </a:extLst>
          </p:cNvPr>
          <p:cNvSpPr txBox="1"/>
          <p:nvPr/>
        </p:nvSpPr>
        <p:spPr>
          <a:xfrm>
            <a:off x="8855213" y="5414361"/>
            <a:ext cx="273023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://www.planetapadel.com/2017/09/pickelball-todos-los-deportes-d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E61FB-BC78-F9AE-D09F-B2B739E7DE10}"/>
              </a:ext>
            </a:extLst>
          </p:cNvPr>
          <p:cNvSpPr txBox="1"/>
          <p:nvPr/>
        </p:nvSpPr>
        <p:spPr>
          <a:xfrm>
            <a:off x="1223159" y="5191222"/>
            <a:ext cx="302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Customised</a:t>
            </a:r>
            <a:r>
              <a:rPr lang="en-US" dirty="0"/>
              <a:t> for</a:t>
            </a:r>
          </a:p>
          <a:p>
            <a:r>
              <a:rPr lang="en-US" dirty="0"/>
              <a:t>XYZ</a:t>
            </a:r>
          </a:p>
        </p:txBody>
      </p:sp>
    </p:spTree>
    <p:extLst>
      <p:ext uri="{BB962C8B-B14F-4D97-AF65-F5344CB8AC3E}">
        <p14:creationId xmlns:p14="http://schemas.microsoft.com/office/powerpoint/2010/main" val="1928380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FB38-D384-C58D-6FF0-E5142383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>
            <a:normAutofit/>
          </a:bodyPr>
          <a:lstStyle/>
          <a:p>
            <a:r>
              <a:rPr lang="en-US" err="1"/>
              <a:t>NethriQ</a:t>
            </a:r>
            <a:r>
              <a:rPr lang="en-US"/>
              <a:t> </a:t>
            </a:r>
            <a:r>
              <a:rPr lang="en-US" dirty="0"/>
              <a:t>Benchmarks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E66860-3AB7-70BF-DA57-6049F3974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356178"/>
            <a:ext cx="6779514" cy="176267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F3ACF3-2908-1AE1-EE0B-8C6DEDA5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59" y="3065141"/>
            <a:ext cx="3855578" cy="21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9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4189-A9DE-7D6A-86E3-D0C5E015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Nethr</a:t>
            </a:r>
            <a:r>
              <a:rPr lang="en-US" dirty="0" err="1">
                <a:solidFill>
                  <a:srgbClr val="92D050"/>
                </a:solidFill>
              </a:rPr>
              <a:t>iQ</a:t>
            </a:r>
            <a:r>
              <a:rPr lang="en-US" dirty="0"/>
              <a:t> Insight 1 – How effective is Player's serve?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3A79C-DFD8-3E02-A712-BE5CEBB7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452458"/>
            <a:ext cx="9985248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lvl="1" indent="0">
              <a:buNone/>
            </a:pPr>
            <a:endParaRPr lang="en-US" dirty="0"/>
          </a:p>
          <a:p>
            <a:r>
              <a:rPr lang="en-US" dirty="0" err="1"/>
              <a:t>NethriQ</a:t>
            </a:r>
            <a:r>
              <a:rPr lang="en-US" dirty="0"/>
              <a:t> customized serve analysis and insights</a:t>
            </a:r>
          </a:p>
          <a:p>
            <a:pPr lvl="1"/>
            <a:r>
              <a:rPr lang="en-US" dirty="0"/>
              <a:t>Your Serve Depth is 39.09 feet  from baseline (Beginner Level)</a:t>
            </a:r>
          </a:p>
          <a:p>
            <a:pPr lvl="1"/>
            <a:r>
              <a:rPr lang="en-US" dirty="0"/>
              <a:t>Your Serve Height is 4.25 ft (Beginner Level)</a:t>
            </a:r>
          </a:p>
          <a:p>
            <a:pPr lvl="1"/>
            <a:endParaRPr lang="en-US" dirty="0"/>
          </a:p>
          <a:p>
            <a:r>
              <a:rPr lang="en-US" dirty="0"/>
              <a:t>Here is a link to the video that summarizes all your serves</a:t>
            </a:r>
          </a:p>
          <a:p>
            <a:pPr lvl="1"/>
            <a:r>
              <a:rPr lang="en-US" dirty="0">
                <a:hlinkClick r:id="rId2"/>
              </a:rPr>
              <a:t>Serves in Game</a:t>
            </a:r>
          </a:p>
          <a:p>
            <a:r>
              <a:rPr lang="en-US" dirty="0"/>
              <a:t>Here is a recommended drill for you to practice to help you come on your journey towards the benchmarks aimed to gradually improve this aspect towards your immediate next goal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hlinkClick r:id="rId3"/>
              </a:rPr>
              <a:t>Serve Depth Drill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EBE5F9A2-D171-A15A-A133-08601EE5AE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20" r="12392"/>
          <a:stretch>
            <a:fillRect/>
          </a:stretch>
        </p:blipFill>
        <p:spPr>
          <a:xfrm>
            <a:off x="11158748" y="0"/>
            <a:ext cx="1033252" cy="1248032"/>
          </a:xfrm>
          <a:prstGeom prst="rect">
            <a:avLst/>
          </a:prstGeom>
          <a:noFill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BAD717-7FC6-7AFC-3906-FACC0909BF7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549400" cy="22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57137144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 dirty="0">
                          <a:effectLst/>
                          <a:hlinkClick r:id="rId3"/>
                        </a:rPr>
                        <a:t>Serve Depth Drill</a:t>
                      </a:r>
                      <a:endParaRPr lang="en-US" sz="12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99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2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2CE5-8DF0-8639-77BA-E341B9F2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94" y="287910"/>
            <a:ext cx="9985248" cy="96012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Nethr</a:t>
            </a:r>
            <a:r>
              <a:rPr lang="en-US" dirty="0" err="1">
                <a:solidFill>
                  <a:srgbClr val="92D050"/>
                </a:solidFill>
              </a:rPr>
              <a:t>iQ</a:t>
            </a:r>
            <a:r>
              <a:rPr lang="en-US" dirty="0"/>
              <a:t> Insight 2 – How Effective is Player’s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A22A-1BAC-4E4B-F1FC-A0BF1A457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394" y="1365846"/>
            <a:ext cx="9985248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lvl="1" indent="0">
              <a:buNone/>
            </a:pPr>
            <a:endParaRPr lang="en-US" dirty="0"/>
          </a:p>
          <a:p>
            <a:r>
              <a:rPr lang="en-US" dirty="0" err="1"/>
              <a:t>NethriQ</a:t>
            </a:r>
            <a:r>
              <a:rPr lang="en-US" dirty="0"/>
              <a:t> customized Return analysis and insights </a:t>
            </a:r>
          </a:p>
          <a:p>
            <a:pPr lvl="1"/>
            <a:r>
              <a:rPr lang="en-US" dirty="0"/>
              <a:t>Your Return Depth is 35.00 Ft (Beginner Level)</a:t>
            </a:r>
          </a:p>
          <a:p>
            <a:pPr lvl="1"/>
            <a:r>
              <a:rPr lang="en-US" dirty="0"/>
              <a:t>Your Return Height is 4.85 ft (Beginner Level)</a:t>
            </a:r>
          </a:p>
          <a:p>
            <a:r>
              <a:rPr lang="en-US" dirty="0"/>
              <a:t>Here is a link to the video that summarizes all your Returns</a:t>
            </a:r>
          </a:p>
          <a:p>
            <a:pPr lvl="1"/>
            <a:r>
              <a:rPr lang="en-US" dirty="0">
                <a:hlinkClick r:id="rId2"/>
              </a:rPr>
              <a:t>Returns in Game</a:t>
            </a:r>
          </a:p>
          <a:p>
            <a:r>
              <a:rPr lang="en-US" dirty="0"/>
              <a:t>Here is a recommended drill for you to practice to help you come on your journey towards the benchmarks aimed to gradually improve this aspect towards your immediate next goal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hlinkClick r:id="rId3"/>
              </a:rPr>
              <a:t>Return Depth Drill</a:t>
            </a:r>
            <a:endParaRPr lang="en-US" dirty="0"/>
          </a:p>
        </p:txBody>
      </p:sp>
      <p:pic>
        <p:nvPicPr>
          <p:cNvPr id="4" name="Picture 3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B10C204D-F918-C2DF-3D76-85011645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20" r="12392"/>
          <a:stretch>
            <a:fillRect/>
          </a:stretch>
        </p:blipFill>
        <p:spPr>
          <a:xfrm>
            <a:off x="11158748" y="0"/>
            <a:ext cx="1033252" cy="12480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310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C18C-0D59-41E9-ACC3-A2E993F5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Nethr</a:t>
            </a:r>
            <a:r>
              <a:rPr lang="en-US" dirty="0" err="1">
                <a:solidFill>
                  <a:srgbClr val="92D050"/>
                </a:solidFill>
              </a:rPr>
              <a:t>iQ</a:t>
            </a:r>
            <a:r>
              <a:rPr lang="en-US" dirty="0"/>
              <a:t> Insight 3 – Kitchen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7713-4BD0-BCAC-03F1-F94619A03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6974137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NethriQ</a:t>
            </a:r>
            <a:r>
              <a:rPr lang="en-US" dirty="0"/>
              <a:t> </a:t>
            </a:r>
            <a:r>
              <a:rPr lang="en-US" dirty="0" err="1"/>
              <a:t>Personalised</a:t>
            </a:r>
            <a:r>
              <a:rPr lang="en-US" dirty="0"/>
              <a:t> Insight on kitchen control </a:t>
            </a:r>
          </a:p>
          <a:p>
            <a:pPr lvl="1"/>
            <a:r>
              <a:rPr lang="en-US" dirty="0"/>
              <a:t>Kitchen Arrival After Serve-  80% (Advanced level)</a:t>
            </a:r>
          </a:p>
          <a:p>
            <a:pPr lvl="1"/>
            <a:r>
              <a:rPr lang="en-US" dirty="0"/>
              <a:t>Kitchen Arrival when Returning – 100%  (Pro Level)</a:t>
            </a:r>
          </a:p>
          <a:p>
            <a:pPr lvl="1"/>
            <a:endParaRPr lang="en-US" dirty="0"/>
          </a:p>
          <a:p>
            <a:r>
              <a:rPr lang="en-US" dirty="0"/>
              <a:t>Here is a link to the video that summarizes all your Kitchen Arrival</a:t>
            </a:r>
          </a:p>
          <a:p>
            <a:pPr lvl="1"/>
            <a:r>
              <a:rPr lang="en-US" dirty="0">
                <a:hlinkClick r:id="rId2"/>
              </a:rPr>
              <a:t>Kitchen Arrival in Game</a:t>
            </a:r>
          </a:p>
          <a:p>
            <a:r>
              <a:rPr lang="en-US" dirty="0"/>
              <a:t>Here is a recommended drill for you for Kitchen.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>
                <a:hlinkClick r:id="rId3"/>
              </a:rPr>
              <a:t>Kitchen Arrival Drill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C6095C76-1FA9-3395-B1F6-B7BE76FBD2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20" r="12392"/>
          <a:stretch>
            <a:fillRect/>
          </a:stretch>
        </p:blipFill>
        <p:spPr>
          <a:xfrm>
            <a:off x="11158748" y="0"/>
            <a:ext cx="1033252" cy="1248032"/>
          </a:xfrm>
          <a:prstGeom prst="rect">
            <a:avLst/>
          </a:prstGeom>
          <a:noFill/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BBAFDE4C-E157-6788-BD42-B3F772F98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409" y="1248032"/>
            <a:ext cx="4101388" cy="31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0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0D54-156B-4A94-22F6-B2137E7F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Nethr</a:t>
            </a:r>
            <a:r>
              <a:rPr lang="en-US" dirty="0" err="1">
                <a:solidFill>
                  <a:srgbClr val="92D050"/>
                </a:solidFill>
              </a:rPr>
              <a:t>iQ</a:t>
            </a:r>
            <a:r>
              <a:rPr lang="en-US" dirty="0"/>
              <a:t> </a:t>
            </a:r>
            <a:r>
              <a:rPr lang="en-US" dirty="0" err="1"/>
              <a:t>Personalised</a:t>
            </a:r>
            <a:r>
              <a:rPr lang="en-US" dirty="0"/>
              <a:t> Insights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B494-DC8A-2986-6E1A-EECCB1DC0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Serve Depth – Beginner Level</a:t>
            </a:r>
          </a:p>
          <a:p>
            <a:r>
              <a:rPr lang="en-US" dirty="0"/>
              <a:t>Serve Height – Beginner Level</a:t>
            </a:r>
          </a:p>
          <a:p>
            <a:r>
              <a:rPr lang="en-US" dirty="0"/>
              <a:t>Return Depth- Beginner Level</a:t>
            </a:r>
          </a:p>
          <a:p>
            <a:r>
              <a:rPr lang="en-US" dirty="0"/>
              <a:t>Return Height – Beginner Level</a:t>
            </a:r>
          </a:p>
          <a:p>
            <a:r>
              <a:rPr lang="en-US" dirty="0"/>
              <a:t>Kitchen Arrival on Serve- Advanced Level</a:t>
            </a:r>
          </a:p>
          <a:p>
            <a:r>
              <a:rPr lang="en-US" dirty="0"/>
              <a:t>Kitchen Arrival on Return – Pro Level</a:t>
            </a:r>
          </a:p>
          <a:p>
            <a:pPr marL="0" indent="0">
              <a:buNone/>
            </a:pPr>
            <a:r>
              <a:rPr lang="en-US" dirty="0"/>
              <a:t>Overall Game Level- Advanced for now</a:t>
            </a:r>
          </a:p>
          <a:p>
            <a:pPr marL="0" indent="0">
              <a:buNone/>
            </a:pPr>
            <a:r>
              <a:rPr lang="en-US" dirty="0"/>
              <a:t>Bonus- Highlight Reel link from the Game –  </a:t>
            </a:r>
            <a:r>
              <a:rPr lang="en-US" dirty="0">
                <a:hlinkClick r:id="rId2"/>
              </a:rPr>
              <a:t>Best ralliy and shotsfrom match</a:t>
            </a:r>
          </a:p>
          <a:p>
            <a:pPr marL="0" indent="0">
              <a:buNone/>
            </a:pPr>
            <a:r>
              <a:rPr lang="en-US" dirty="0"/>
              <a:t>Full Game Link- </a:t>
            </a:r>
            <a:r>
              <a:rPr lang="en-US" dirty="0">
                <a:hlinkClick r:id="rId3"/>
              </a:rPr>
              <a:t>Full Game</a:t>
            </a:r>
          </a:p>
        </p:txBody>
      </p:sp>
      <p:pic>
        <p:nvPicPr>
          <p:cNvPr id="4" name="Picture 3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CD12A552-8E03-427F-30A2-643B51B122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20" r="12392"/>
          <a:stretch>
            <a:fillRect/>
          </a:stretch>
        </p:blipFill>
        <p:spPr>
          <a:xfrm>
            <a:off x="11158748" y="0"/>
            <a:ext cx="1033252" cy="12480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587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FDC8-4764-ECFB-F460-77AF573B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>
            <a:normAutofit/>
          </a:bodyPr>
          <a:lstStyle/>
          <a:p>
            <a:r>
              <a:rPr lang="en-US" sz="2500" dirty="0" err="1"/>
              <a:t>NethriQ</a:t>
            </a:r>
            <a:r>
              <a:rPr lang="en-US" sz="2500" dirty="0"/>
              <a:t> – Take your Fun to the Next Level</a:t>
            </a:r>
          </a:p>
        </p:txBody>
      </p:sp>
      <p:pic>
        <p:nvPicPr>
          <p:cNvPr id="4" name="Picture 3" descr="A logo for a sports company&#10;&#10;AI-generated content may be incorrect.">
            <a:extLst>
              <a:ext uri="{FF2B5EF4-FFF2-40B4-BE49-F238E27FC236}">
                <a16:creationId xmlns:a16="http://schemas.microsoft.com/office/drawing/2014/main" id="{78853F0D-EF56-AFA1-9D28-7BF3160C5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51" r="1" b="18175"/>
          <a:stretch>
            <a:fillRect/>
          </a:stretch>
        </p:blipFill>
        <p:spPr>
          <a:xfrm>
            <a:off x="603504" y="603504"/>
            <a:ext cx="6681111" cy="520293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E3C4-9B23-9A23-CDDE-D1C2B78D9C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Sign up to the monthly subscription and Take Your Fun to the Next Level</a:t>
            </a:r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Share your progress with your friends with customized reels capturing your adrenalin filled action</a:t>
            </a:r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Improve your game and take your fun to the next level by receiving customized tips linked to your progress</a:t>
            </a:r>
          </a:p>
        </p:txBody>
      </p:sp>
    </p:spTree>
    <p:extLst>
      <p:ext uri="{BB962C8B-B14F-4D97-AF65-F5344CB8AC3E}">
        <p14:creationId xmlns:p14="http://schemas.microsoft.com/office/powerpoint/2010/main" val="238922706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375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GradientRise</vt:lpstr>
      <vt:lpstr>Take your Fun to the Next Level!</vt:lpstr>
      <vt:lpstr>NethriQ Benchmarks</vt:lpstr>
      <vt:lpstr>NethriQ Insight 1 – How effective is {{PLAYER}}'s serve?</vt:lpstr>
      <vt:lpstr>NethriQ Insight 2 – How Effective is {{PLAYER}}’s Return</vt:lpstr>
      <vt:lpstr>NethriQ Insight 3 – Kitchen Control</vt:lpstr>
      <vt:lpstr>NethriQ Personalised Insights Summary</vt:lpstr>
      <vt:lpstr>NethriQ – Take your Fun to the Next Level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anukruthi krishnamurthi</dc:creator>
  <cp:lastModifiedBy>Venkatesh Sundar</cp:lastModifiedBy>
  <cp:revision>61</cp:revision>
  <dcterms:created xsi:type="dcterms:W3CDTF">2025-09-09T02:44:04Z</dcterms:created>
  <dcterms:modified xsi:type="dcterms:W3CDTF">2026-01-25T03:11:35Z</dcterms:modified>
</cp:coreProperties>
</file>